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16" autoAdjust="0"/>
    <p:restoredTop sz="94660"/>
  </p:normalViewPr>
  <p:slideViewPr>
    <p:cSldViewPr snapToGrid="0" showGuides="1">
      <p:cViewPr varScale="1">
        <p:scale>
          <a:sx n="118" d="100"/>
          <a:sy n="118" d="100"/>
        </p:scale>
        <p:origin x="10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5A1CD-149C-47A2-87D9-303668E1EF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EF8881-10C3-481C-AF9F-4155ED10E5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550CB4-FD0C-455B-A9AE-22184CFF1E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D9B46-5A1B-4053-83EF-A4B944A31948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BE01BB-B248-4BCA-A43F-E127C81C5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246D2-ADA9-45D9-835D-8943ED5C3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05F1-FF91-4B88-A0DC-2D470316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19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41E5A-F84A-47B5-A3C4-EBCC5FFB4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B10ED-737B-40E1-BF54-164A23269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75775-1314-414B-B28B-E76F73BAC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D9B46-5A1B-4053-83EF-A4B944A31948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C2EA2E-9447-4EE8-BC29-8E65624CD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1A18E-61E0-4945-BACC-4B5CEE4C7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05F1-FF91-4B88-A0DC-2D470316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12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0DA1-AACD-4F0B-91AD-E066672B2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918560-D7B5-4CAA-A6CF-EA6B99C18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810EE-5444-4B32-9455-78DE2EF3D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D9B46-5A1B-4053-83EF-A4B944A31948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23E6A-EA2A-41AD-9230-74D83E3A6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53F26C-643F-485C-857C-3CE06768D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05F1-FF91-4B88-A0DC-2D470316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515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E62C8-4205-4B85-8281-541248C97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31B5-8950-4640-8328-D39B18AC40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506445-137A-4974-A726-1C0ED074FA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50A479-49DD-4803-8EF3-FAAF40E94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D9B46-5A1B-4053-83EF-A4B944A31948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0CC341-C234-4F30-AEEB-AFEBD7CF8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AB3D4-14AF-4DB3-9238-8FFFBABB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05F1-FF91-4B88-A0DC-2D470316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96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BCBD5-D56D-4705-8633-109E02E63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FAD47-5B8E-4BD8-BC80-C808F043A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A0CE0-1C5A-4B32-BE61-04E3522B98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98BE3D-3947-4E2C-BCF7-34F2CA24D0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A21176-7316-4311-9BDD-4D39E196D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A0E0E-FC70-4E63-AA95-39509C302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D9B46-5A1B-4053-83EF-A4B944A31948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4A2D3AF-7297-4C6C-B9DD-B771904D6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C1E2FA-F80B-4D8C-B0B6-544F8E963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05F1-FF91-4B88-A0DC-2D470316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929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99E8F5-0EE3-4CF5-93CC-ADE93F34A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AD988-9D59-4A9C-8667-E73C83003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D9B46-5A1B-4053-83EF-A4B944A31948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9CA32A-B96A-4A62-8D6B-C9991654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1B7C4D-55B3-49F5-AD34-293E5B585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05F1-FF91-4B88-A0DC-2D470316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10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66B6F9-9BB1-440C-B306-60869AF9F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D9B46-5A1B-4053-83EF-A4B944A31948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778C1A-D578-4A0E-BE29-47712835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9F9849-D615-46EF-8069-3FB9DF3F0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05F1-FF91-4B88-A0DC-2D470316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853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754A6-1354-4D86-BF3B-1C65DE9C3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7E542-E1DD-42D2-88D3-F579BEBEA7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212B3-AC8E-49D2-A620-60191F9636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448189-D7FC-43E9-85F3-B38D21C43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D9B46-5A1B-4053-83EF-A4B944A31948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0ADE6-09A4-4A72-994B-6086C97EF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DCDB3F-3508-4E57-8500-E97175A24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05F1-FF91-4B88-A0DC-2D470316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C80E7-8D74-41AD-9C3C-AF7812EFE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FC551F4-BCA7-4EB5-8890-94124DB78B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E6B7B-F55A-48F1-B44A-E684346741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2C8EFF-1363-47DD-89B9-7AEF98673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D9B46-5A1B-4053-83EF-A4B944A31948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2E452E-62C0-45FE-9497-03AD87070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2B65E-5887-49BA-83AD-EB3CCB113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05F1-FF91-4B88-A0DC-2D470316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07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3F1B9-61E9-480A-B98A-CA03E21A9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7675C8-9148-42FA-9E09-F427E4906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09F7BE-2C2B-474C-BA4B-7F675FDDB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D9B46-5A1B-4053-83EF-A4B944A31948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38D319-9BBE-42A0-9372-DEC9D48C6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8B9A12-7C80-4119-8FFB-FBD0AF7B3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05F1-FF91-4B88-A0DC-2D470316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884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58F8C2-EFC4-4EB7-842C-197FC598FF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8D30BC0-B7BA-401A-A4F4-6E03F124E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6379E-6D50-4338-B8FB-7D48F7649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ED9B46-5A1B-4053-83EF-A4B944A31948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F48322-ACE7-41CA-9F3D-8BF3EB9DB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FD247-3ACB-447E-ABC9-D8C636000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7B05F1-FF91-4B88-A0DC-2D470316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683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257C2B-0E82-4E1C-9E40-F9F5AF989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F616C-1088-4FC9-8BAD-DCE68039C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FCD6CB-5B60-42D0-BDA4-CB68E2534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D9B46-5A1B-4053-83EF-A4B944A31948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52A22C-2511-43BA-A0E0-6BFF162726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5C59E-72B7-4854-B173-DC3B80C797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7B05F1-FF91-4B88-A0DC-2D4703161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16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F4585-3862-4737-A9A0-9313E6D86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7423" y="1842554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Dr. Grossman High School Pathology Workshop</a:t>
            </a:r>
            <a:br>
              <a:rPr lang="en-US" b="1" dirty="0"/>
            </a:br>
            <a:r>
              <a:rPr lang="en-US" sz="3100" b="1" dirty="0"/>
              <a:t>(7/7-7/11)</a:t>
            </a:r>
            <a:br>
              <a:rPr lang="en-US" sz="3100" b="1" dirty="0"/>
            </a:br>
            <a:br>
              <a:rPr lang="en-US" b="1" dirty="0"/>
            </a:br>
            <a:r>
              <a:rPr lang="en-US" b="1" dirty="0"/>
              <a:t>Introduction online meeting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650609-5CBD-4048-89DB-A2754350C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9263" y="4524530"/>
            <a:ext cx="9144000" cy="1655762"/>
          </a:xfrm>
        </p:spPr>
        <p:txBody>
          <a:bodyPr/>
          <a:lstStyle/>
          <a:p>
            <a:r>
              <a:rPr lang="en-US" dirty="0"/>
              <a:t>7/5, 2025</a:t>
            </a:r>
          </a:p>
        </p:txBody>
      </p:sp>
    </p:spTree>
    <p:extLst>
      <p:ext uri="{BB962C8B-B14F-4D97-AF65-F5344CB8AC3E}">
        <p14:creationId xmlns:p14="http://schemas.microsoft.com/office/powerpoint/2010/main" val="537038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7E7B4-9391-459B-8775-8F645EB17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39865"/>
            <a:ext cx="10515600" cy="583709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Introduction</a:t>
            </a:r>
          </a:p>
          <a:p>
            <a:r>
              <a:rPr lang="en-US" dirty="0"/>
              <a:t>Monday 7/7, 8:50 am, meet at the main entrance front desk </a:t>
            </a:r>
          </a:p>
          <a:p>
            <a:r>
              <a:rPr lang="en-US" dirty="0"/>
              <a:t>Presentation groups: </a:t>
            </a:r>
          </a:p>
          <a:p>
            <a:pPr lvl="1"/>
            <a:r>
              <a:rPr lang="en-US" dirty="0"/>
              <a:t>Group 1</a:t>
            </a:r>
          </a:p>
          <a:p>
            <a:pPr lvl="2"/>
            <a:r>
              <a:rPr lang="en-US" dirty="0"/>
              <a:t>Pyelonephritis: Bhumika Prem; Joycelyn Cheng; Leia  Ferranti</a:t>
            </a:r>
          </a:p>
          <a:p>
            <a:pPr lvl="1"/>
            <a:r>
              <a:rPr lang="en-US" dirty="0"/>
              <a:t>Group 2</a:t>
            </a:r>
          </a:p>
          <a:p>
            <a:pPr lvl="2"/>
            <a:r>
              <a:rPr lang="en-US" dirty="0"/>
              <a:t> Streptococcus pneumoniae: Lily Eagan; </a:t>
            </a:r>
            <a:r>
              <a:rPr lang="en-US" dirty="0" err="1"/>
              <a:t>Jaskirat</a:t>
            </a:r>
            <a:r>
              <a:rPr lang="en-US" dirty="0"/>
              <a:t> Kaur; </a:t>
            </a:r>
            <a:r>
              <a:rPr lang="en-US" dirty="0" err="1"/>
              <a:t>Clairette</a:t>
            </a:r>
            <a:r>
              <a:rPr lang="en-US" dirty="0"/>
              <a:t> Bretton</a:t>
            </a:r>
          </a:p>
          <a:p>
            <a:pPr lvl="1"/>
            <a:r>
              <a:rPr lang="en-US" dirty="0"/>
              <a:t>Group 3</a:t>
            </a:r>
          </a:p>
          <a:p>
            <a:pPr lvl="2"/>
            <a:r>
              <a:rPr lang="fi-FI" dirty="0"/>
              <a:t>HE stain: Pola Jankowska; Omolara Dawson</a:t>
            </a:r>
            <a:endParaRPr lang="en-US" dirty="0"/>
          </a:p>
          <a:p>
            <a:pPr lvl="2"/>
            <a:r>
              <a:rPr lang="en-US" dirty="0"/>
              <a:t>Gram stain: Stephen </a:t>
            </a:r>
            <a:r>
              <a:rPr lang="en-US" dirty="0" err="1"/>
              <a:t>Fanikos</a:t>
            </a:r>
            <a:r>
              <a:rPr lang="en-US" dirty="0"/>
              <a:t>; Violet, Stanley</a:t>
            </a:r>
          </a:p>
          <a:p>
            <a:pPr lvl="1"/>
            <a:r>
              <a:rPr lang="en-US" dirty="0"/>
              <a:t>Collaboration and teamwork for presentation, computer </a:t>
            </a:r>
            <a:r>
              <a:rPr lang="en-US" dirty="0" err="1"/>
              <a:t>wifi</a:t>
            </a:r>
            <a:r>
              <a:rPr lang="en-US" dirty="0"/>
              <a:t> access as DH guest</a:t>
            </a:r>
          </a:p>
          <a:p>
            <a:r>
              <a:rPr lang="en-US" dirty="0"/>
              <a:t>Workshop schedule</a:t>
            </a:r>
          </a:p>
          <a:p>
            <a:r>
              <a:rPr lang="en-US" dirty="0"/>
              <a:t>Lab safety</a:t>
            </a:r>
          </a:p>
          <a:p>
            <a:r>
              <a:rPr lang="en-US" dirty="0"/>
              <a:t>Lunch choice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156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99</Words>
  <Application>Microsoft Office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Dr. Grossman High School Pathology Workshop (7/7-7/11)  Introduction online meeting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Dr. Grossman High School Pathology Workshop (7/7-7/11)  Introduction online meeting</dc:title>
  <dc:creator>Bing Ren</dc:creator>
  <cp:lastModifiedBy>Bing Ren</cp:lastModifiedBy>
  <cp:revision>2</cp:revision>
  <dcterms:created xsi:type="dcterms:W3CDTF">2025-07-05T22:22:36Z</dcterms:created>
  <dcterms:modified xsi:type="dcterms:W3CDTF">2025-07-05T22:32:04Z</dcterms:modified>
</cp:coreProperties>
</file>